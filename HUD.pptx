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  <a:srgbClr val="D60093"/>
    <a:srgbClr val="0000FF"/>
    <a:srgbClr val="CC00CC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E48E-7646-84C3-C467-CF5EA11C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16E40-F4A9-4BB7-50F9-F13BAE567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69013-313F-B1AA-2645-A67AB2E2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A749D-EC04-A933-1877-A7B739FA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8E895-FC84-561F-A6D0-4154A303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895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9EEA-945D-0085-2624-950C271FD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67058-952D-7A1D-D362-C25483F07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3C076-A52F-9ABC-E0E8-7A64C9EA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94AC6-5F6E-BCEC-004A-F02B53508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A551D-419E-41C8-D0EE-5DB3B6FA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17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BECC9-B69B-26E6-3CD1-A2B7AF38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74095-0BB1-F776-62F7-59590B51A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1CA4B-73D3-5455-0831-2FF27C67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702C8-1628-0AF2-0924-B7DA1A29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031ED-7412-6F63-80C2-E72933CB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623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E9DB-C69A-EBCF-22D8-F27A3505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C7E3F-3C2B-357C-9463-5BF0717E8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73B82-DA59-F035-D104-559BD12B1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D09FC-B3C0-C40D-17F3-78A969B5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22E1E-898E-260B-664A-ED46D059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C81A8-1270-1683-C9D7-857F1CD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2387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D17AD-A3A2-14B4-6512-4099F38D1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EAB40-2E3C-6279-2D12-064D264D2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51213-D98A-67C6-57E9-955673667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4F732B-87E4-DA3C-5476-B7D788A81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D267B-9B36-6729-6946-8F69B2FD3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4E873-0D44-0396-266E-A5909136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B74A4-192D-8883-C136-D789B9EE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CE0F86-5538-5DBA-545F-D1300100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725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1AF7-3315-9B91-F16F-B3A21420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BF87D-9726-7738-3AB1-E9789B589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2E88B-81C5-CD3A-A53A-77AAD0FA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CE7B5-6364-0EE6-7B95-7A0EBE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003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26657-CA3D-0C0A-4583-6A6768790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05D84-D7CA-3729-F085-E8B66593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F01AE-9721-B9DA-3AB4-BF4416F1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308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3847-A21E-3BE8-5B79-803BE8F5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20138-D76D-F1C8-7106-2F06AEA01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54BC2-6226-FE14-7757-E695A328E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C5537-E56B-190C-E18E-D7E84335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7223C-5D53-A002-46ED-F2DE2D74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3E3E0-0F9C-E612-1AAC-72D7E03DF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140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4487A-36F5-1C1D-2E20-A0A7920F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3BAEB-5979-BF4C-6336-8BCC4AB7C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41910-F407-6C6B-C1DA-EC72CC578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6970D-3A90-F50F-ABBF-8D9784D6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14C10-10E2-2AC8-6755-A59B4608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EEB4A-BFAC-D0E2-317F-C1B377D8B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262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7E16-2965-7EBC-D2C9-2CC52D15E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2437F-0167-1223-2279-B3AB22D99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28CF8-03EB-FCD6-9D71-02FE6205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DC3F6-5FE0-73B7-819A-74F1A048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141FC-E9CC-EAB6-DF58-D72022BC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7920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3A91A-C07D-F36B-4E49-981CAA7C4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B89E9-9E0F-AD4A-D7B2-7EDB72D15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D4084-41BC-1C11-5684-B8D9399D2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6D42F-93E1-CC32-6A60-15D3F8E9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C1B2A-53DE-56C2-60F4-1C301087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982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8C68A-9811-D1CD-F99E-50ED9286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E674A-5F29-5E00-36FD-B670AAF1A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04259-F654-D492-DE7B-AE4F5C6CB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F9022-DB44-4967-A38B-14D6906F30B8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B0243-02DC-97BD-DF9D-69EE2F5DB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D3E5-FB71-9C6E-77CC-FC56B7802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F35D7-9C2C-44A9-9C69-F5D3C364A7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84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675704-AE12-DD00-C255-78DF1DEF095A}"/>
              </a:ext>
            </a:extLst>
          </p:cNvPr>
          <p:cNvSpPr txBox="1"/>
          <p:nvPr/>
        </p:nvSpPr>
        <p:spPr>
          <a:xfrm>
            <a:off x="369332" y="3798"/>
            <a:ext cx="284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2060"/>
                </a:solidFill>
              </a:rPr>
              <a:t>DiscordMultiTool v-2.5.3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933270-8163-E96E-11E4-D6DF01319327}"/>
              </a:ext>
            </a:extLst>
          </p:cNvPr>
          <p:cNvSpPr txBox="1"/>
          <p:nvPr/>
        </p:nvSpPr>
        <p:spPr>
          <a:xfrm>
            <a:off x="-73152" y="373130"/>
            <a:ext cx="1472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0000FF"/>
                </a:solidFill>
              </a:rPr>
              <a:t>Telegram Bot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E6CAF-5C61-1959-B3CD-41D387212A18}"/>
              </a:ext>
            </a:extLst>
          </p:cNvPr>
          <p:cNvSpPr txBox="1"/>
          <p:nvPr/>
        </p:nvSpPr>
        <p:spPr>
          <a:xfrm>
            <a:off x="-73152" y="707886"/>
            <a:ext cx="1472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00B0F0"/>
                </a:solidFill>
              </a:rPr>
              <a:t>Discord RPC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1F5B7-96C0-5D53-29C2-6C37159140B5}"/>
              </a:ext>
            </a:extLst>
          </p:cNvPr>
          <p:cNvSpPr txBox="1"/>
          <p:nvPr/>
        </p:nvSpPr>
        <p:spPr>
          <a:xfrm>
            <a:off x="-73152" y="1042642"/>
            <a:ext cx="12161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FF0000"/>
                </a:solidFill>
              </a:rPr>
              <a:t>Discord Bot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E58FC-A1ED-972E-BCA1-738635F8C639}"/>
              </a:ext>
            </a:extLst>
          </p:cNvPr>
          <p:cNvSpPr txBox="1"/>
          <p:nvPr/>
        </p:nvSpPr>
        <p:spPr>
          <a:xfrm>
            <a:off x="-73152" y="1381196"/>
            <a:ext cx="1472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00B050"/>
                </a:solidFill>
              </a:rPr>
              <a:t>Injection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42F83-BAD1-E25F-CE9E-04B3E4E40770}"/>
              </a:ext>
            </a:extLst>
          </p:cNvPr>
          <p:cNvSpPr txBox="1"/>
          <p:nvPr/>
        </p:nvSpPr>
        <p:spPr>
          <a:xfrm>
            <a:off x="-73152" y="1731144"/>
            <a:ext cx="1472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9933FF"/>
                </a:solidFill>
              </a:rPr>
              <a:t>OpenSSL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21982-8F9B-2702-FF52-EE9741E879E5}"/>
              </a:ext>
            </a:extLst>
          </p:cNvPr>
          <p:cNvSpPr txBox="1"/>
          <p:nvPr/>
        </p:nvSpPr>
        <p:spPr>
          <a:xfrm>
            <a:off x="-73152" y="2065900"/>
            <a:ext cx="1472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D60093"/>
                </a:solidFill>
              </a:rPr>
              <a:t>Client</a:t>
            </a:r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C99A93F9-E222-C74B-8BD6-272320759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3130" cy="373130"/>
          </a:xfrm>
          <a:prstGeom prst="round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83B1E73-DC3C-D6B4-C3DC-80F0C6432E37}"/>
              </a:ext>
            </a:extLst>
          </p:cNvPr>
          <p:cNvSpPr/>
          <p:nvPr/>
        </p:nvSpPr>
        <p:spPr>
          <a:xfrm>
            <a:off x="-73152" y="-64008"/>
            <a:ext cx="3286268" cy="24722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4664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Del Prete</dc:creator>
  <cp:lastModifiedBy>Marco Del Prete</cp:lastModifiedBy>
  <cp:revision>2</cp:revision>
  <dcterms:created xsi:type="dcterms:W3CDTF">2025-11-29T20:23:42Z</dcterms:created>
  <dcterms:modified xsi:type="dcterms:W3CDTF">2025-11-29T21:25:54Z</dcterms:modified>
</cp:coreProperties>
</file>